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715"/>
  </p:normalViewPr>
  <p:slideViewPr>
    <p:cSldViewPr snapToGrid="0">
      <p:cViewPr>
        <p:scale>
          <a:sx n="115" d="100"/>
          <a:sy n="115" d="100"/>
        </p:scale>
        <p:origin x="37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17C5-FA7C-7A44-9255-0FF98C27B035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7DBFB-452C-DD47-9FC4-16C2ADE21B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33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17C5-FA7C-7A44-9255-0FF98C27B035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7DBFB-452C-DD47-9FC4-16C2ADE21B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2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17C5-FA7C-7A44-9255-0FF98C27B035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7DBFB-452C-DD47-9FC4-16C2ADE21B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0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17C5-FA7C-7A44-9255-0FF98C27B035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7DBFB-452C-DD47-9FC4-16C2ADE21B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4799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17C5-FA7C-7A44-9255-0FF98C27B035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7DBFB-452C-DD47-9FC4-16C2ADE21B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7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17C5-FA7C-7A44-9255-0FF98C27B035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7DBFB-452C-DD47-9FC4-16C2ADE21B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65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17C5-FA7C-7A44-9255-0FF98C27B035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7DBFB-452C-DD47-9FC4-16C2ADE21B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800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17C5-FA7C-7A44-9255-0FF98C27B035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7DBFB-452C-DD47-9FC4-16C2ADE21B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52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17C5-FA7C-7A44-9255-0FF98C27B035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7DBFB-452C-DD47-9FC4-16C2ADE21B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76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17C5-FA7C-7A44-9255-0FF98C27B035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7DBFB-452C-DD47-9FC4-16C2ADE21B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14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17C5-FA7C-7A44-9255-0FF98C27B035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7DBFB-452C-DD47-9FC4-16C2ADE21B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8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217C5-FA7C-7A44-9255-0FF98C27B035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7DBFB-452C-DD47-9FC4-16C2ADE21B3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356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A63B7A-2100-D9B2-28FD-1FFF3FD391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Distillation de </a:t>
            </a:r>
            <a:r>
              <a:rPr lang="fr-FR" dirty="0"/>
              <a:t>connaissances</a:t>
            </a:r>
            <a:r>
              <a:rPr lang="en-US" dirty="0"/>
              <a:t> </a:t>
            </a:r>
            <a:r>
              <a:rPr lang="fr-FR" dirty="0"/>
              <a:t>dans</a:t>
            </a:r>
            <a:r>
              <a:rPr lang="en-US" dirty="0"/>
              <a:t> un </a:t>
            </a:r>
            <a:r>
              <a:rPr lang="fr-FR" dirty="0"/>
              <a:t>réseau</a:t>
            </a:r>
            <a:r>
              <a:rPr lang="en-US" dirty="0"/>
              <a:t> de </a:t>
            </a:r>
            <a:r>
              <a:rPr lang="en-US" dirty="0" err="1"/>
              <a:t>neurones</a:t>
            </a: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9F4C2F-D1EE-83DB-DEB0-A78B20D994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Une </a:t>
            </a:r>
            <a:r>
              <a:rPr lang="fr-FR" dirty="0"/>
              <a:t>méthode</a:t>
            </a:r>
            <a:r>
              <a:rPr lang="en-US" dirty="0"/>
              <a:t> de </a:t>
            </a:r>
            <a:r>
              <a:rPr lang="fr-FR" dirty="0"/>
              <a:t>compression</a:t>
            </a:r>
            <a:r>
              <a:rPr lang="en-US" dirty="0"/>
              <a:t> de la </a:t>
            </a:r>
            <a:r>
              <a:rPr lang="fr-FR" dirty="0"/>
              <a:t>connaissance</a:t>
            </a:r>
          </a:p>
        </p:txBody>
      </p:sp>
    </p:spTree>
    <p:extLst>
      <p:ext uri="{BB962C8B-B14F-4D97-AF65-F5344CB8AC3E}">
        <p14:creationId xmlns:p14="http://schemas.microsoft.com/office/powerpoint/2010/main" val="3852700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EB7E61-41CE-C55F-D54D-7EF10FCA2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Table des matières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D67304-3D40-3261-C851-AAB00FA66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principe</a:t>
            </a:r>
          </a:p>
          <a:p>
            <a:r>
              <a:rPr lang="fr-FR" dirty="0"/>
              <a:t>Les formules qui en découlent</a:t>
            </a:r>
          </a:p>
          <a:p>
            <a:r>
              <a:rPr lang="fr-FR" dirty="0"/>
              <a:t>Un exemple</a:t>
            </a:r>
          </a:p>
          <a:p>
            <a:r>
              <a:rPr lang="fr-FR" dirty="0"/>
              <a:t>Pour aller plus loin</a:t>
            </a:r>
          </a:p>
        </p:txBody>
      </p:sp>
    </p:spTree>
    <p:extLst>
      <p:ext uri="{BB962C8B-B14F-4D97-AF65-F5344CB8AC3E}">
        <p14:creationId xmlns:p14="http://schemas.microsoft.com/office/powerpoint/2010/main" val="3555723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0107BB-3059-F9FC-7C39-A58BBAD0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principe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7DB1203-2F83-DF9E-3EF8-71A829B24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1064" y="1837912"/>
            <a:ext cx="5383548" cy="3589032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31A3849-60BB-963F-F0CF-A259FAF5B3A1}"/>
              </a:ext>
            </a:extLst>
          </p:cNvPr>
          <p:cNvSpPr txBox="1"/>
          <p:nvPr/>
        </p:nvSpPr>
        <p:spPr>
          <a:xfrm>
            <a:off x="2592925" y="1785769"/>
            <a:ext cx="285044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Distiller la connaissance d’un  gros model « </a:t>
            </a:r>
            <a:r>
              <a:rPr lang="fr-FR" dirty="0" err="1"/>
              <a:t>teacher</a:t>
            </a:r>
            <a:r>
              <a:rPr lang="fr-FR" dirty="0"/>
              <a:t> » vers un model « </a:t>
            </a:r>
            <a:r>
              <a:rPr lang="fr-FR" dirty="0" err="1"/>
              <a:t>student</a:t>
            </a:r>
            <a:r>
              <a:rPr lang="fr-FR" dirty="0"/>
              <a:t> » moins lourd.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Teacher : Model très lourd, capable d’ingérer beaucoup de connaissances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/>
              <a:t>Student</a:t>
            </a:r>
            <a:r>
              <a:rPr lang="fr-FR" dirty="0"/>
              <a:t> : Model léger qui synthétise les connaissances du </a:t>
            </a:r>
            <a:r>
              <a:rPr lang="fr-FR" dirty="0" err="1"/>
              <a:t>teacher</a:t>
            </a:r>
            <a:r>
              <a:rPr lang="fr-FR" dirty="0"/>
              <a:t>. </a:t>
            </a:r>
            <a:r>
              <a:rPr lang="fr-FR" dirty="0" err="1"/>
              <a:t>Déploiyable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066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97F8AA-A40D-976E-D323-18DF88F95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principe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B343E16-8823-EB3D-ABF1-9908C6B002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55796"/>
            <a:ext cx="8363175" cy="6467212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1B59289-725A-BB88-F9FB-C4CF70D89E09}"/>
              </a:ext>
            </a:extLst>
          </p:cNvPr>
          <p:cNvSpPr txBox="1"/>
          <p:nvPr/>
        </p:nvSpPr>
        <p:spPr>
          <a:xfrm>
            <a:off x="838200" y="1271130"/>
            <a:ext cx="367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Hyper paramètre : la température </a:t>
            </a:r>
            <a:r>
              <a:rPr lang="fr-FR" dirty="0" err="1"/>
              <a:t>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395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A19D34-3050-5492-D322-00CFA583F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Comportement asymptotique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2618551-5DF4-0BF3-6FCA-5DA594F4C0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8958" y="1825625"/>
                <a:ext cx="10515600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sup>
                            </m:sSup>
                          </m:e>
                        </m:nary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fr-F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sup>
                            </m:sSup>
                          </m:e>
                        </m:nary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A température élevée (par rapport aux </a:t>
                </a:r>
                <a:r>
                  <a:rPr lang="fr-FR" dirty="0" err="1"/>
                  <a:t>logits</a:t>
                </a:r>
                <a:r>
                  <a:rPr lang="fr-FR" dirty="0"/>
                  <a:t>;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fr-FR" dirty="0"/>
                  <a:t>)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fr-FR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nary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fr-F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f>
                              <m:f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nary>
                      </m:den>
                    </m:f>
                  </m:oMath>
                </a14:m>
                <a:r>
                  <a:rPr lang="fr-FR" dirty="0"/>
                  <a:t>) ; ddl de l’exponentiel</a:t>
                </a:r>
              </a:p>
              <a:p>
                <a:pPr marL="0" indent="0">
                  <a:buNone/>
                </a:pPr>
                <a:r>
                  <a:rPr lang="fr-FR" dirty="0"/>
                  <a:t>En supposant que les </a:t>
                </a:r>
                <a:r>
                  <a:rPr lang="fr-FR" dirty="0" err="1"/>
                  <a:t>logits</a:t>
                </a:r>
                <a:r>
                  <a:rPr lang="fr-FR" dirty="0"/>
                  <a:t> sont centrées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r>
                  <a:rPr lang="fr-FR" dirty="0"/>
                  <a:t>)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fr-F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fr-FR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𝑁𝑇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2618551-5DF4-0BF3-6FCA-5DA594F4C0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8958" y="1825625"/>
                <a:ext cx="10515600" cy="4351338"/>
              </a:xfrm>
              <a:blipFill>
                <a:blip r:embed="rId2"/>
                <a:stretch>
                  <a:fillRect l="-1206" t="-58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231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92AE1F-A9DC-F603-522E-6A2745E5C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Calcul de la </a:t>
            </a:r>
            <a:r>
              <a:rPr lang="fr-FR" dirty="0" err="1"/>
              <a:t>Loss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D069879-70A0-474A-064A-5BF2D4ED6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09258"/>
            <a:ext cx="7617686" cy="5890728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0C25FE4-4B0A-62DA-694D-EAE777C7E45C}"/>
                  </a:ext>
                </a:extLst>
              </p:cNvPr>
              <p:cNvSpPr txBox="1"/>
              <p:nvPr/>
            </p:nvSpPr>
            <p:spPr>
              <a:xfrm>
                <a:off x="838200" y="1309258"/>
                <a:ext cx="275395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Deux hyperparamètres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/>
                  <a:t>La température </a:t>
                </a:r>
                <a:r>
                  <a:rPr lang="fr-FR" dirty="0" err="1"/>
                  <a:t>T</a:t>
                </a:r>
                <a:endParaRPr lang="fr-F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dirty="0"/>
                  <a:t>Le coefficient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0C25FE4-4B0A-62DA-694D-EAE777C7E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09258"/>
                <a:ext cx="2753958" cy="923330"/>
              </a:xfrm>
              <a:prstGeom prst="rect">
                <a:avLst/>
              </a:prstGeom>
              <a:blipFill>
                <a:blip r:embed="rId3"/>
                <a:stretch>
                  <a:fillRect l="-2304" t="-4110" b="-95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3836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45809D-8E43-E1FB-6FCF-8DE3B81A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 à retenir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456222-F4ED-6213-64D4-7D15332FA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La distillation consiste à faire apprendre à un modèle les paternes qu’un plus gros modèle entrainé à trouvé. </a:t>
            </a:r>
          </a:p>
        </p:txBody>
      </p:sp>
    </p:spTree>
    <p:extLst>
      <p:ext uri="{BB962C8B-B14F-4D97-AF65-F5344CB8AC3E}">
        <p14:creationId xmlns:p14="http://schemas.microsoft.com/office/powerpoint/2010/main" val="4421435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595</TotalTime>
  <Words>172</Words>
  <Application>Microsoft Macintosh PowerPoint</Application>
  <PresentationFormat>Grand écran</PresentationFormat>
  <Paragraphs>25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Thème Office</vt:lpstr>
      <vt:lpstr>Distillation de connaissances dans un réseau de neurones</vt:lpstr>
      <vt:lpstr>Table des matières</vt:lpstr>
      <vt:lpstr>Le principe</vt:lpstr>
      <vt:lpstr>Le principe</vt:lpstr>
      <vt:lpstr>Comportement asymptotique</vt:lpstr>
      <vt:lpstr>Calcul de la Loss</vt:lpstr>
      <vt:lpstr>Principe à retenir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Distillation de connaissances dans un réseau de neurones</dc:title>
  <dc:creator>Thomas Pouré</dc:creator>
  <cp:lastModifiedBy>Thomas Pouré</cp:lastModifiedBy>
  <cp:revision>4</cp:revision>
  <dcterms:created xsi:type="dcterms:W3CDTF">2026-01-25T10:22:49Z</dcterms:created>
  <dcterms:modified xsi:type="dcterms:W3CDTF">2026-01-25T20:18:27Z</dcterms:modified>
</cp:coreProperties>
</file>